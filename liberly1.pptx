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1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7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3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4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0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7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6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50577" y="486559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ใบยืม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8624" y="4169325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codeName:number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err="1" smtClean="0">
                <a:solidFill>
                  <a:schemeClr val="tx1"/>
                </a:solidFill>
              </a:rPr>
              <a:t>Name:string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Email:string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8624" y="4647498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Member():void;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94476" y="3699539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หนังสือ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94476" y="4169325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codebook:number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Namebook:string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NameP:string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94476" y="4647498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book():</a:t>
            </a:r>
            <a:r>
              <a:rPr lang="en-US" sz="1400" dirty="0" err="1" smtClean="0">
                <a:solidFill>
                  <a:schemeClr val="tx1"/>
                </a:solidFill>
              </a:rPr>
              <a:t>boolean</a:t>
            </a:r>
            <a:r>
              <a:rPr lang="en-US" sz="1400" dirty="0" smtClean="0">
                <a:solidFill>
                  <a:schemeClr val="tx1"/>
                </a:solidFill>
              </a:rPr>
              <a:t>;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8624" y="3691151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สมาชิก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50577" y="964734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code:string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dayout:string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Dayin:string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50577" y="1442907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paper():void;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4" idx="2"/>
          </p:cNvCxnSpPr>
          <p:nvPr/>
        </p:nvCxnSpPr>
        <p:spPr>
          <a:xfrm>
            <a:off x="4933425" y="1921080"/>
            <a:ext cx="0" cy="8221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2231472" y="2768367"/>
            <a:ext cx="2701953" cy="8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49535" y="2768367"/>
            <a:ext cx="26753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2" idx="0"/>
          </p:cNvCxnSpPr>
          <p:nvPr/>
        </p:nvCxnSpPr>
        <p:spPr>
          <a:xfrm>
            <a:off x="2231472" y="2776756"/>
            <a:ext cx="0" cy="9143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524925" y="2776756"/>
            <a:ext cx="0" cy="9227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55434" y="3254929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8492" y="3257816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3497" y="1993692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34123" y="1993692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739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Cordia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</dc:creator>
  <cp:lastModifiedBy>COM</cp:lastModifiedBy>
  <cp:revision>6</cp:revision>
  <dcterms:created xsi:type="dcterms:W3CDTF">2026-10-07T07:47:00Z</dcterms:created>
  <dcterms:modified xsi:type="dcterms:W3CDTF">2026-10-07T08:47:16Z</dcterms:modified>
</cp:coreProperties>
</file>